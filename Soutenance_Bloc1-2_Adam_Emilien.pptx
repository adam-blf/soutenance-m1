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urban.beloucif.com" TargetMode="External"/><Relationship Id="rId4" Type="http://schemas.openxmlformats.org/officeDocument/2006/relationships/hyperlink" Target="https://github.com/Adam-Blf/urban-data-explor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dam-Blf/urban-data-explorer" TargetMode="External"/><Relationship Id="rId4" Type="http://schemas.openxmlformats.org/officeDocument/2006/relationships/hyperlink" Target="https://urban.beloucif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28032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Jury 5  |  Salle K006  |  2 juillet 2026  |  9h - 10h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Plateforme data du logement parisien. 82 sources Open Data (4 familles), architecture medaillon, PostgreSQL datamarts Gold, Cassandra, Kafka, API FastAPI securisee, dashboard MapLibre.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Prediction de panne machine sous 24 h depuis capteurs IoT. 4 modeles (dont Deep Learning), XGBoost retenu F1=0.886 ROC-AUC=0.995, dashboard decisionnel Streamlit.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Recommandation de cocktails par IA semantique. 1280 cocktails (4 sources fusionnees), SBERT all-MiniLM-L6-v2 384 dims, guardrail cosinus 0.40 (calibre 30 requetes), RAG + GPT-2 fine-tune, cache JSON MD5.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82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SQLite MD5,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metier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82 sources Open Data (4 familles) heterogenes.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Architecture medaillon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Bronze (brut Parquet) -&gt; Silver (normalise, geocode) -&gt; Gold (datamarts).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Stockage dual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Gold datamarts (schema applatit oriente requetes), Cassandra query-first pour le streaming.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Exposition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FastAPI securisee -&gt; dashboard React / MapLibre.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2834640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Architecture medaillon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Datamarts Gold aplatis, indexes sur arrondissement et mois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82 sources / 4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mobilite (17), vie_quotidienne (42), environnement (11), logement (12) -&gt; Bronze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3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96528" y="5650992"/>
            <a:ext cx="224028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Dataset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Kaggle industrial_machine_maintenance  -  24 042 lignes x 15 variables.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failure_within_24h (classe rare -&gt; desequilibre).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imputation mediane (fit train), winsorisation outliers capteurs.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Insight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vibration_rms et temperature_motor : variables les plus correlees a la panne.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Coherence physique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genere vibration ET echauffement simultanement.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EDA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distributions, boxplots outliers, heatmap correlations, desequilibre 85.2/14.8 % (20 484 normales / 3 558 pannes), scatter vibration x temperature, tendances temporelles.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792224"/>
            <a:ext cx="24688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CV F1 (5-fold)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19488" y="1792224"/>
            <a:ext cx="1444752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Fit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40864"/>
            <a:ext cx="24688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0.750 +/-0.008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340864"/>
            <a:ext cx="1444752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0.06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288950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0.844 +/-0.009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9488" y="288950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0608" y="3438144"/>
            <a:ext cx="24688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 +/-0.011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438144"/>
            <a:ext cx="1444752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0.50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0.836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50608" y="398678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0.795 +/-0.010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19488" y="398678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2.36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score = F1 - 0.5 x sigma(F1 en cross-val) -&gt; performance ET stabilite.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Anti-leakage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pipeline sklearn fit sur train uniquement (ADR dedie).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CV 5-fold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XGBoost F1=0.886+/-0.011 stable, selection score = F1 - 0.5xsigma(CV).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responsable maintenance, pas le data scientist.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sliders capteurs -&gt; prediction temps reel + probabilite.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top variables influentes en langage metier.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des visuels EDA du rapport (consigne du sujet).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vibration haute + temperature haute -&gt; risque eleve -&gt; feature importance.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recommander un cocktail depuis une envie en langage naturel.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GenAI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les filtres echouent sur « frais, fruite, touche tropicale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Comprendre + produire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semantique (retrieval) ET generation (recette personnalisee).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Conformite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l'Annexe I du sujet.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Requete -&gt; guardrail SBERT cosinus 0.40 (calibre 30 requetes) -&gt; cache JSON MD5 -&gt; retrieval SBERT + generation GPT-2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SBERT all-MiniLM-L6-v2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local, 80 MB, 384 dims. Choix vs TF-IDF : capture la semantique (« frais et fruite » trouve rhum-agrumes, TF-IDF echoue). CPU-only, adapte au domaine clos 600 cocktails.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GPT-2 fine-tune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generation locale, 117M params, 3 epochs sur corpus cocktails. Fallback template si modele absent. Bornee par contexte RAG retrieved.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Cache JSON MD5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 generation par requete unique. Latence cache hit &lt; 100 ms vs ~3 s premiere generation GPT-2.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Guardrail SBERT cosinus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Seuil 0.40 calibre sur 30 requetes labelisees. Refusal rate 100 % apres calibration (vs 86.7 % avant).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« quelque chose de frais et fruite » -&gt; Top-5 SBERT + radar ; « repare mon velo » -&gt; refus (score &lt; 0.40, out_of_domain_filtered).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Refusal rate 100 %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15/15 requetes hors-domaine rejetees apres calibration du guardrail. Avant : 86.7% (13/15). Delta +13.3%.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hit@5 = 91.3 %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21/23 requetes in-domain avec au moins 1 resultat pertinent dans le Top-5 (SBERT cosinus sur 1280 cocktails).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Retrieval P@1=90 %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NDCG@3,5,10 = 0.963. Evalue sur 23 requetes in-domain + 15 OOD = 38 requetes labelisees au total.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Pistes d'amelioration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FAISS persistant pour scale 100k+, fine-tuning SBERT domaine cocktails, LaBSE pour queries FR/EN/ES.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Hallucination (mitigee RAG+cache)  |  requetes FR : -15% perf vs EN  |  biais dataset anglophone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Gold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XGBoost F1=0.886 ROC=0.995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Gemini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0.40 hit@5=91.3%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