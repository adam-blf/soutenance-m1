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file:///C:/Users/adamb/soutenance-m1/assets/launch/ude_launch.pyw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file:///C:/Users/adamb/soutenance-m1/assets/launch/ude_launch.pyw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Relationship Id="rId3" Type="http://schemas.openxmlformats.org/officeDocument/2006/relationships/image" Target="../media/image4.png"/><Relationship Id="rId4" Type="http://schemas.openxmlformats.org/officeDocument/2006/relationships/hyperlink" Target="https://github.com/Adam-Blf/urban-data-explorer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ude_launch.py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file:///C:/Users/adamb/soutenance-m1/assets/launch/mpi_launch.py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mpi_launch.py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file:///C:/Users/adamb/soutenance-m1/assets/launch/iapero_launch.pyw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C:/Users/adamb/soutenance-m1/assets/launch/iapero_launch.pyw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file:///C:/Users/adamb/soutenance-m1/assets/launch/iapero_launch.pyw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28032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Jury 5  |  Salle K006  |  2 juillet 2026  |  9h - 10h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82 sources Open Data (4 familles),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XGBoost retenu F1=0.886 ROC-AUC=0.995,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1280 cocktails (4 sources fusionnees), SBERT all-MiniLM-L6-v2 384 dims, guardrail cosinus 0.40 (calibre 30 requetes), RAG + GPT-2 fine-tune, cache JSON MD5.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82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 MD5,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82 sources Open Data (4 familles)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ounded Rectangle 15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82 sources / 4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mobilite (17), vie_quotidienne (42), environnement (11), logement (12) -&gt; Bronze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4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85.2/14.8 % (20 484 normales / 3 558 pannes),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ounded Rectangle 11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792224"/>
            <a:ext cx="24688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CV F1 (5-fold)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19488" y="1792224"/>
            <a:ext cx="1444752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Fit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40864"/>
            <a:ext cx="24688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0.750 +/-0.008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340864"/>
            <a:ext cx="1444752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0.06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88950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0.844 +/-0.009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288950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0608" y="3438144"/>
            <a:ext cx="24688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0.886 +/-0.011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438144"/>
            <a:ext cx="1444752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0.50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0.836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0.984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50608" y="3986784"/>
            <a:ext cx="2468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0.795 +/-0.010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3986784"/>
            <a:ext cx="14447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2.36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CV 5-fold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XGBoost F1=0.886+/-0.011 stable, selection score = F1 - 0.5xsigma(CV).</a:t>
            </a:r>
          </a:p>
        </p:txBody>
      </p:sp>
      <p:sp>
        <p:nvSpPr>
          <p:cNvPr id="34" name="Rounded Rectangle 33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guardrail SBERT cosinus 0.40 (calibre 30 requetes) -&gt; cache JSON MD5 -&gt; retrieval SBERT + generation GPT-2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dims. Choix vs TF-IDF : capture la semantique (« frais et fruite » trouve rhum-agrumes, TF-IDF echoue). CPU-only, adapte au domaine clos 600 cocktails.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GPT-2 fine-tune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generation locale, 117M params, 3 epochs sur corpus cocktails. Fallback template si modele absent. Bornee par contexte RAG retrieved.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JSON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generation par requete unique. Latence cache hit &lt; 100 ms vs ~3 s premiere generation GPT-2.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SBERT cosinus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Seuil 0.40 calibre sur 30 requetes labelisees. Refusal rate 100 % apres calibration (vs 86.7 % avant).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SBERT + radar ; « repare mon velo » -&gt; refus (score &lt; 0.40, out_of_domain_filtered).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Refusal rate 100 %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15/15 requetes hors-domaine rejetees apres calibration du guardrail. Avant : 86.7% (13/15). Delta +13.3%.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hit@5 = 91.3 %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21/23 requetes in-domain avec au moins 1 resultat pertinent dans le Top-5 (SBERT cosinus sur 1280 cocktails).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P@1=90 %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NDCG@3,5,10 = 0.963. Evalue sur 23 requetes in-domain + 15 OOD = 38 requetes labelisees au total.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 cocktails, LaBSE pour queries FR/EN/ES.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DEMO  -  TOUT LANCER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XGBoost F1=0.886 ROC=0.995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Gemini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hit@5=91.3%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