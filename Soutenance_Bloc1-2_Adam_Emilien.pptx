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Relationship Id="rId5" Type="http://schemas.openxmlformats.org/officeDocument/2006/relationships/hyperlink" Target="file:///C:/Users/adamb/soutenance-m1/assets/launch/ude_launch.pyw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file:///C:/Users/adamb/soutenance-m1/assets/launch/ude_launch.pyw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s://github.com/Adam-Blf/urban-data-explorer" TargetMode="External"/><Relationship Id="rId5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file:///C:/Users/adamb/soutenance-m1/assets/launch/mpi_launch.py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file:///C:/Users/adamb/soutenance-m1/assets/launch/iapero_launch.pyw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iapero_launch.pyw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file:///C:/Users/adamb/soutenance-m1/assets/launch/iapero_launch.pyw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28032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Jury 5  |  Salle K006  |  2 juillet 2026  |  9h - 10h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82 sources Open Data (4 familles),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XGBoost retenu F1=0.886 ROC-AUC=0.995,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1280 cocktails (4 sources fusionnees), SBERT all-MiniLM-L6-v2 384 dims, guardrail cosinus 0.40 (calibre 30 requetes), RAG + GPT-2 fine-tune, cache JSON MD5.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Open Data (4 familles)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ounded Rectangle 11">
            <a:hlinkClick r:id="rId5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ounded Rectangle 15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4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85.2/14.8 % (20 484 normales / 3 558 pannes),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ounded Rectangle 11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CV 5-fold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F1=0.886+/-0.011 stable, selection score = F1 - 0.5xsigma(CV).</a:t>
            </a:r>
          </a:p>
        </p:txBody>
      </p:sp>
      <p:sp>
        <p:nvSpPr>
          <p:cNvPr id="34" name="Rounded Rectangle 33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guardrail SBERT cosinus 0.40 (calibre 30 requetes) -&gt; cache JSON MD5 -&gt; retrieval SBERT + generation GPT-2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dims. Choix vs TF-IDF : capture la semantique (« frais et fruite » trouve rhum-agrumes, TF-IDF echoue). CPU-only, adapte au domaine clos 600 cocktails.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GPT-2 fine-tune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generation locale, 117M params, 3 epochs sur corpus cocktails. Fallback template si modele absent. Bornee par contexte RAG retrieved.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JSON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generation par requete unique. Latence cache hit &lt; 100 ms vs ~3 s premiere generation GPT-2.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SBERT cosinus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Seuil 0.40 calibre sur 30 requetes labelisees. Refusal rate 100 % apres calibration (vs 86.7 % avant).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SBERT + radar ; « repare mon velo » -&gt; refus (score &lt; 0.40, out_of_domain_filtered).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Refusal rate 100 %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15/15 requetes hors-domaine rejetees apres calibration du guardrail. Avant : 86.7% (13/15). Delta +13.3%.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hit@5 = 91.3 %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21/23 requetes in-domain avec au moins 1 resultat pertinent dans le Top-5 (SBERT cosinus sur 1280 cocktails).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P@1=90 %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NDCG@3,5,10 = 0.963. Evalue sur 23 requetes in-domain + 15 OOD = 38 requetes labelisees au total.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 cocktails, LaBSE pour queries FR/EN/ES.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XGBoost F1=0.886 ROC=0.995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Gemini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hit@5=91.3%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