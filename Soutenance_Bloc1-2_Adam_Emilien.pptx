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urban.beloucif.com" TargetMode="External"/><Relationship Id="rId4" Type="http://schemas.openxmlformats.org/officeDocument/2006/relationships/hyperlink" Target="https://github.com/Adam-Blf/urban-data-explor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https://urban.beloucif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24 sources Open Data, architecture medaillon, PostgreSQL etoile,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mesure CO2 CodeCarbon,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SBERT 384 dims, guardrail cosinus 0.35, RAG + Gemini avec cache SQLite, interface Streamlit Speakeasy.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24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SQLite,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24 sources Open Data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en etoile pour l'analytique,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2834640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schema en etoile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Fait + dimensions (arrondissement, temps), FK et cles composees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24 sources / 8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CSV, GeoJSON, API -&gt; atterrissage Bronze en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3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96528" y="5650992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88/12 %,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73736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Temps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965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CO2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73736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3488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3.2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965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0.3 mg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737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33488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45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965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8.2 mg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73736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0.964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35 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965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6.1 mg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737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3488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18 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3.8 mg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Ecoresponsabilite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CodeCarbon : XGBoost 6.1 mg &lt; RF 8.2 mg pour de meilleures perfs.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Questionnaire -&gt; SBERT -&gt; cosinus -&gt; guardrail 0.35 -&gt; cache -&gt; Gemini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gratuit, 384 dims, suffisant pour des phrases courtes.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Gemini free-tier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generation uniquement, bornee par le contexte RAG.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SQLite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appel API par generation -&gt; conforme a la contrainte free-tier.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similarite &lt; 0.35 -&gt; refus automatique des requetes hors-domaine.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+ radar ; « repare mon velo » -&gt; refus guardrail.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Guardrail teste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seuil 0.35 sur jeux de requetes hors-domaine documentes.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Tableau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requete -&gt; attendu -&gt; score de similarite -&gt; decision.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Ajustements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seuil, Top-N, temperature Gemini, structure du prompt RAG.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Objectif tenu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reponse &lt; 3 s avec cache, &lt; 8 s premier appel Gemini.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dependance API (fallback+cache)  |  biais dataset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Schema etoile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Eval + CO2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Gemini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